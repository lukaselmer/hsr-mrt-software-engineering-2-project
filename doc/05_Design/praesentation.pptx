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6.xml" ContentType="application/vnd.openxmlformats-officedocument.theme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  <p:sldMasterId id="2147483684" r:id="rId3"/>
    <p:sldMasterId id="2147483696" r:id="rId4"/>
    <p:sldMasterId id="2147483708" r:id="rId5"/>
    <p:sldMasterId id="2147483720" r:id="rId6"/>
    <p:sldMasterId id="2147483732" r:id="rId7"/>
  </p:sldMasterIdLst>
  <p:sldIdLst>
    <p:sldId id="256" r:id="rId8"/>
    <p:sldId id="257" r:id="rId9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086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winkliges Dreieck 9"/>
          <p:cNvSpPr/>
          <p:nvPr/>
        </p:nvSpPr>
        <p:spPr>
          <a:xfrm>
            <a:off x="-1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685800" y="1752602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17" name="Untertitel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de-DE" smtClean="0"/>
              <a:t>Formatvorlage des Untertitelmasters durch Klicken bearbeiten</a:t>
            </a:r>
            <a:endParaRPr kumimoji="0" lang="en-US"/>
          </a:p>
        </p:txBody>
      </p:sp>
      <p:grpSp>
        <p:nvGrpSpPr>
          <p:cNvPr id="2" name="Gruppieren 1"/>
          <p:cNvGrpSpPr/>
          <p:nvPr/>
        </p:nvGrpSpPr>
        <p:grpSpPr>
          <a:xfrm>
            <a:off x="-3765" y="4953001"/>
            <a:ext cx="9147765" cy="1912088"/>
            <a:chOff x="-3765" y="4832896"/>
            <a:chExt cx="9147765" cy="2032192"/>
          </a:xfrm>
        </p:grpSpPr>
        <p:sp>
          <p:nvSpPr>
            <p:cNvPr id="7" name="Freihand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8" name="Freihand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11" name="Freihand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 dirty="0"/>
            </a:p>
          </p:txBody>
        </p:sp>
        <p:cxnSp>
          <p:nvCxnSpPr>
            <p:cNvPr id="12" name="Gerade Verbindung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umsplatzhalt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19" name="Fußzeilenplatzhalt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4" name="Grafik 13" descr="HSR Logo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1472" y="5786454"/>
            <a:ext cx="2321854" cy="615292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  <p:pic>
        <p:nvPicPr>
          <p:cNvPr id="15" name="Picture 2" descr="E:\hsr\se2p_svn.elmermx.ch\doc\media\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260648"/>
            <a:ext cx="1655045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Eingekerbter Richtungspfeil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8" name="Eingekerbter Richtungspfeil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Vergleich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1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5027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457201" y="1444295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6" y="1444295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141232" y="5443403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de-DE" smtClean="0"/>
              <a:t>Bild durch Klicken auf Symbol hinzufügen</a:t>
            </a:r>
            <a:endParaRPr kumimoji="0"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4380073" y="6407945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8600" y="4865123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8" name="Freihandform 7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9" name="Freihand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0" name="Rechtwinkliges Dreieck 9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1" name="Gerade Verbindung 10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ingekerbter Richtungspfeil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13" name="Eingekerbter Richtungspfeil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1481330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844014" y="274641"/>
            <a:ext cx="1777471" cy="5592761"/>
          </a:xfrm>
        </p:spPr>
        <p:txBody>
          <a:bodyPr vert="eaVert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winkliges Dreieck 9"/>
          <p:cNvSpPr/>
          <p:nvPr/>
        </p:nvSpPr>
        <p:spPr>
          <a:xfrm>
            <a:off x="-1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685800" y="1752602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17" name="Untertitel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de-DE" smtClean="0"/>
              <a:t>Formatvorlage des Untertitelmasters durch Klicken bearbeiten</a:t>
            </a:r>
            <a:endParaRPr kumimoji="0" lang="en-US"/>
          </a:p>
        </p:txBody>
      </p:sp>
      <p:grpSp>
        <p:nvGrpSpPr>
          <p:cNvPr id="2" name="Gruppieren 1"/>
          <p:cNvGrpSpPr/>
          <p:nvPr/>
        </p:nvGrpSpPr>
        <p:grpSpPr>
          <a:xfrm>
            <a:off x="-3765" y="4953001"/>
            <a:ext cx="9147765" cy="1912088"/>
            <a:chOff x="-3765" y="4832896"/>
            <a:chExt cx="9147765" cy="2032192"/>
          </a:xfrm>
        </p:grpSpPr>
        <p:sp>
          <p:nvSpPr>
            <p:cNvPr id="7" name="Freihand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8" name="Freihand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11" name="Freihand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 dirty="0"/>
            </a:p>
          </p:txBody>
        </p:sp>
        <p:cxnSp>
          <p:nvCxnSpPr>
            <p:cNvPr id="12" name="Gerade Verbindung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umsplatzhalt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19" name="Fußzeilenplatzhalt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4" name="Grafik 13" descr="HSR Logo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1472" y="5786454"/>
            <a:ext cx="2321854" cy="615292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271747"/>
            <a:ext cx="1641431" cy="1008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Eingekerbter Richtungspfeil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8" name="Eingekerbter Richtungspfeil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Vergleich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1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5027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457201" y="1444295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6" y="1444295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141232" y="5443403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de-DE" smtClean="0"/>
              <a:t>Bild durch Klicken auf Symbol hinzufügen</a:t>
            </a:r>
            <a:endParaRPr kumimoji="0"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4380073" y="6407945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8600" y="4865123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8" name="Freihandform 7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9" name="Freihand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0" name="Rechtwinkliges Dreieck 9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1" name="Gerade Verbindung 10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ingekerbter Richtungspfeil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13" name="Eingekerbter Richtungspfeil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1481330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844014" y="274641"/>
            <a:ext cx="1777471" cy="5592761"/>
          </a:xfrm>
        </p:spPr>
        <p:txBody>
          <a:bodyPr vert="eaVert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winkliges Dreieck 9"/>
          <p:cNvSpPr/>
          <p:nvPr/>
        </p:nvSpPr>
        <p:spPr>
          <a:xfrm>
            <a:off x="-1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685800" y="1752602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17" name="Untertitel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de-DE" smtClean="0"/>
              <a:t>Formatvorlage des Untertitelmasters durch Klicken bearbeiten</a:t>
            </a:r>
            <a:endParaRPr kumimoji="0" lang="en-US"/>
          </a:p>
        </p:txBody>
      </p:sp>
      <p:grpSp>
        <p:nvGrpSpPr>
          <p:cNvPr id="2" name="Gruppieren 1"/>
          <p:cNvGrpSpPr/>
          <p:nvPr/>
        </p:nvGrpSpPr>
        <p:grpSpPr>
          <a:xfrm>
            <a:off x="-3765" y="4953001"/>
            <a:ext cx="9147765" cy="1912088"/>
            <a:chOff x="-3765" y="4832896"/>
            <a:chExt cx="9147765" cy="2032192"/>
          </a:xfrm>
        </p:grpSpPr>
        <p:sp>
          <p:nvSpPr>
            <p:cNvPr id="7" name="Freihand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8" name="Freihand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11" name="Freihand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 dirty="0"/>
            </a:p>
          </p:txBody>
        </p:sp>
        <p:cxnSp>
          <p:nvCxnSpPr>
            <p:cNvPr id="12" name="Gerade Verbindung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umsplatzhalt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19" name="Fußzeilenplatzhalt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4" name="Grafik 13" descr="HSR Logo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1472" y="5786454"/>
            <a:ext cx="2321854" cy="615292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271747"/>
            <a:ext cx="1641431" cy="1008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Eingekerbter Richtungspfeil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8" name="Eingekerbter Richtungspfeil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Vergleich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1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5027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457201" y="1444295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6" y="1444295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141232" y="5443403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de-DE" smtClean="0"/>
              <a:t>Bild durch Klicken auf Symbol hinzufügen</a:t>
            </a:r>
            <a:endParaRPr kumimoji="0"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4380073" y="6407945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8600" y="4865123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8" name="Freihandform 7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9" name="Freihand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0" name="Rechtwinkliges Dreieck 9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1" name="Gerade Verbindung 10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ingekerbter Richtungspfeil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13" name="Eingekerbter Richtungspfeil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1481330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844014" y="274641"/>
            <a:ext cx="1777471" cy="5592761"/>
          </a:xfrm>
        </p:spPr>
        <p:txBody>
          <a:bodyPr vert="eaVert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winkliges Dreieck 9"/>
          <p:cNvSpPr/>
          <p:nvPr/>
        </p:nvSpPr>
        <p:spPr>
          <a:xfrm>
            <a:off x="-1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685800" y="1752602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17" name="Untertitel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de-DE" smtClean="0"/>
              <a:t>Formatvorlage des Untertitelmasters durch Klicken bearbeiten</a:t>
            </a:r>
            <a:endParaRPr kumimoji="0" lang="en-US"/>
          </a:p>
        </p:txBody>
      </p:sp>
      <p:grpSp>
        <p:nvGrpSpPr>
          <p:cNvPr id="2" name="Gruppieren 1"/>
          <p:cNvGrpSpPr/>
          <p:nvPr/>
        </p:nvGrpSpPr>
        <p:grpSpPr>
          <a:xfrm>
            <a:off x="-3765" y="4953001"/>
            <a:ext cx="9147765" cy="1912088"/>
            <a:chOff x="-3765" y="4832896"/>
            <a:chExt cx="9147765" cy="2032192"/>
          </a:xfrm>
        </p:grpSpPr>
        <p:sp>
          <p:nvSpPr>
            <p:cNvPr id="7" name="Freihand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8" name="Freihand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11" name="Freihand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 dirty="0"/>
            </a:p>
          </p:txBody>
        </p:sp>
        <p:cxnSp>
          <p:nvCxnSpPr>
            <p:cNvPr id="12" name="Gerade Verbindung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umsplatzhalt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19" name="Fußzeilenplatzhalt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4" name="Grafik 13" descr="HSR Logo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1472" y="5786454"/>
            <a:ext cx="2321854" cy="615292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271747"/>
            <a:ext cx="1641431" cy="1008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Eingekerbter Richtungspfeil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8" name="Eingekerbter Richtungspfeil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Vergleich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1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5027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457201" y="1444295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6" y="1444295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141232" y="5443403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de-DE" smtClean="0"/>
              <a:t>Bild durch Klicken auf Symbol hinzufügen</a:t>
            </a:r>
            <a:endParaRPr kumimoji="0"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4380073" y="6407945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8600" y="4865123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8" name="Freihandform 7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9" name="Freihand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0" name="Rechtwinkliges Dreieck 9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1" name="Gerade Verbindung 10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ingekerbter Richtungspfeil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13" name="Eingekerbter Richtungspfeil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1481330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844014" y="274641"/>
            <a:ext cx="1777471" cy="5592761"/>
          </a:xfrm>
        </p:spPr>
        <p:txBody>
          <a:bodyPr vert="eaVert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winkliges Dreieck 9"/>
          <p:cNvSpPr/>
          <p:nvPr/>
        </p:nvSpPr>
        <p:spPr>
          <a:xfrm>
            <a:off x="-1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685800" y="1752602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17" name="Untertitel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de-DE" smtClean="0"/>
              <a:t>Formatvorlage des Untertitelmasters durch Klicken bearbeiten</a:t>
            </a:r>
            <a:endParaRPr kumimoji="0" lang="en-US"/>
          </a:p>
        </p:txBody>
      </p:sp>
      <p:grpSp>
        <p:nvGrpSpPr>
          <p:cNvPr id="2" name="Gruppieren 1"/>
          <p:cNvGrpSpPr/>
          <p:nvPr/>
        </p:nvGrpSpPr>
        <p:grpSpPr>
          <a:xfrm>
            <a:off x="-3765" y="4953001"/>
            <a:ext cx="9147765" cy="1912088"/>
            <a:chOff x="-3765" y="4832896"/>
            <a:chExt cx="9147765" cy="2032192"/>
          </a:xfrm>
        </p:grpSpPr>
        <p:sp>
          <p:nvSpPr>
            <p:cNvPr id="7" name="Freihand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8" name="Freihand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11" name="Freihand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 dirty="0"/>
            </a:p>
          </p:txBody>
        </p:sp>
        <p:cxnSp>
          <p:nvCxnSpPr>
            <p:cNvPr id="12" name="Gerade Verbindung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umsplatzhalt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19" name="Fußzeilenplatzhalt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4" name="Grafik 13" descr="HSR Logo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-35922" y="7173416"/>
            <a:ext cx="2321854" cy="615292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  <p:pic>
        <p:nvPicPr>
          <p:cNvPr id="15" name="Picture 2" descr="E:\hsr\se2p_svn.elmermx.ch\doc\media\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260648"/>
            <a:ext cx="1655045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Eingekerbter Richtungspfeil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8" name="Eingekerbter Richtungspfeil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/>
      </p:par>
    </p:tn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Vergleich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1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5027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457201" y="1444295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6" y="1444295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141232" y="5443403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de-DE" smtClean="0"/>
              <a:t>Bild durch Klicken auf Symbol hinzufügen</a:t>
            </a:r>
            <a:endParaRPr kumimoji="0"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4380073" y="6407945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8600" y="4865123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8" name="Freihandform 7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9" name="Freihand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0" name="Rechtwinkliges Dreieck 9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1" name="Gerade Verbindung 10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ingekerbter Richtungspfeil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13" name="Eingekerbter Richtungspfeil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1481330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844014" y="274641"/>
            <a:ext cx="1777471" cy="5592761"/>
          </a:xfrm>
        </p:spPr>
        <p:txBody>
          <a:bodyPr vert="eaVert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winkliges Dreieck 9"/>
          <p:cNvSpPr/>
          <p:nvPr/>
        </p:nvSpPr>
        <p:spPr>
          <a:xfrm>
            <a:off x="-1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685800" y="1752602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17" name="Untertitel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de-DE" smtClean="0"/>
              <a:t>Formatvorlage des Untertitelmasters durch Klicken bearbeiten</a:t>
            </a:r>
            <a:endParaRPr kumimoji="0" lang="en-US"/>
          </a:p>
        </p:txBody>
      </p:sp>
      <p:grpSp>
        <p:nvGrpSpPr>
          <p:cNvPr id="2" name="Gruppieren 1"/>
          <p:cNvGrpSpPr/>
          <p:nvPr/>
        </p:nvGrpSpPr>
        <p:grpSpPr>
          <a:xfrm>
            <a:off x="-3765" y="4953001"/>
            <a:ext cx="9147765" cy="1912088"/>
            <a:chOff x="-3765" y="4832896"/>
            <a:chExt cx="9147765" cy="2032192"/>
          </a:xfrm>
        </p:grpSpPr>
        <p:sp>
          <p:nvSpPr>
            <p:cNvPr id="7" name="Freihand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8" name="Freihand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11" name="Freihand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 dirty="0"/>
            </a:p>
          </p:txBody>
        </p:sp>
        <p:cxnSp>
          <p:nvCxnSpPr>
            <p:cNvPr id="12" name="Gerade Verbindung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umsplatzhalt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19" name="Fußzeilenplatzhalt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4" name="Grafik 13" descr="HSR Logo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1472" y="5786454"/>
            <a:ext cx="2321854" cy="615292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Eingekerbter Richtungspfeil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8" name="Eingekerbter Richtungspfeil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/>
      </p:par>
    </p:tnLst>
  </p:timing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Vergleich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1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5027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457201" y="1444295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6" y="1444295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141232" y="5443403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de-DE" smtClean="0"/>
              <a:t>Bild durch Klicken auf Symbol hinzufügen</a:t>
            </a:r>
            <a:endParaRPr kumimoji="0"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4380073" y="6407945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8600" y="4865123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8" name="Freihandform 7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9" name="Freihand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0" name="Rechtwinkliges Dreieck 9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1" name="Gerade Verbindung 10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ingekerbter Richtungspfeil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13" name="Eingekerbter Richtungspfeil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1481330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844014" y="274641"/>
            <a:ext cx="1777471" cy="5592761"/>
          </a:xfrm>
        </p:spPr>
        <p:txBody>
          <a:bodyPr vert="eaVert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winkliges Dreieck 9"/>
          <p:cNvSpPr/>
          <p:nvPr/>
        </p:nvSpPr>
        <p:spPr>
          <a:xfrm>
            <a:off x="-1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685800" y="1752602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17" name="Untertitel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de-DE" smtClean="0"/>
              <a:t>Formatvorlage des Untertitelmasters durch Klicken bearbeiten</a:t>
            </a:r>
            <a:endParaRPr kumimoji="0" lang="en-US"/>
          </a:p>
        </p:txBody>
      </p:sp>
      <p:grpSp>
        <p:nvGrpSpPr>
          <p:cNvPr id="2" name="Gruppieren 1"/>
          <p:cNvGrpSpPr/>
          <p:nvPr/>
        </p:nvGrpSpPr>
        <p:grpSpPr>
          <a:xfrm>
            <a:off x="-3765" y="4953001"/>
            <a:ext cx="9147765" cy="1912088"/>
            <a:chOff x="-3765" y="4832896"/>
            <a:chExt cx="9147765" cy="2032192"/>
          </a:xfrm>
        </p:grpSpPr>
        <p:sp>
          <p:nvSpPr>
            <p:cNvPr id="7" name="Freihand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8" name="Freihand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 dirty="0"/>
            </a:p>
          </p:txBody>
        </p:sp>
        <p:sp>
          <p:nvSpPr>
            <p:cNvPr id="11" name="Freihand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 dirty="0"/>
            </a:p>
          </p:txBody>
        </p:sp>
        <p:cxnSp>
          <p:nvCxnSpPr>
            <p:cNvPr id="12" name="Gerade Verbindung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umsplatzhalt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19" name="Fußzeilenplatzhalt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4" name="Grafik 13" descr="HSR Logo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23528" y="7173416"/>
            <a:ext cx="2321854" cy="615292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686868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rgbClr val="686868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Eingekerbter Richtungspfeil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8" name="Eingekerbter Richtungspfeil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/>
      </p:par>
    </p:tnLst>
  </p:timing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481329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Vergleich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1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5027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457201" y="1444295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6" y="1444295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141232" y="5443403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de-DE" smtClean="0"/>
              <a:t>Textmasterformat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de-DE" smtClean="0"/>
              <a:t>Bild durch Klicken auf Symbol hinzufügen</a:t>
            </a:r>
            <a:endParaRPr kumimoji="0"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4380073" y="6407945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28600" y="4865123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8" name="Freihandform 7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9" name="Freihand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0" name="Rechtwinkliges Dreieck 9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1" name="Gerade Verbindung 10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Eingekerbter Richtungspfeil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  <p:sp>
        <p:nvSpPr>
          <p:cNvPr id="13" name="Eingekerbter Richtungspfeil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1481330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844014" y="274641"/>
            <a:ext cx="1777471" cy="5592761"/>
          </a:xfrm>
        </p:spPr>
        <p:txBody>
          <a:bodyPr vert="eaVert"/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de-DE" smtClean="0"/>
              <a:t>Textmasterformat bearbeiten</a:t>
            </a:r>
          </a:p>
          <a:p>
            <a:pPr lvl="1" eaLnBrk="1" latinLnBrk="0" hangingPunct="1"/>
            <a:r>
              <a:rPr lang="de-DE" smtClean="0"/>
              <a:t>Zweite Ebene</a:t>
            </a:r>
          </a:p>
          <a:p>
            <a:pPr lvl="2" eaLnBrk="1" latinLnBrk="0" hangingPunct="1"/>
            <a:r>
              <a:rPr lang="de-DE" smtClean="0"/>
              <a:t>Dritte Ebene</a:t>
            </a:r>
          </a:p>
          <a:p>
            <a:pPr lvl="3" eaLnBrk="1" latinLnBrk="0" hangingPunct="1"/>
            <a:r>
              <a:rPr lang="de-DE" smtClean="0"/>
              <a:t>Vierte Ebene</a:t>
            </a:r>
          </a:p>
          <a:p>
            <a:pPr lvl="4" eaLnBrk="1" latinLnBrk="0" hangingPunct="1"/>
            <a:r>
              <a:rPr lang="de-DE" smtClean="0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image" Target="../media/image2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2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 12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2" name="Freihand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4" name="Rechtwinkliges Dreieck 13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5" name="Gerade Verbindung 14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0" name="Textplatzhalter 29"/>
          <p:cNvSpPr>
            <a:spLocks noGrp="1"/>
          </p:cNvSpPr>
          <p:nvPr>
            <p:ph type="body" idx="1"/>
          </p:nvPr>
        </p:nvSpPr>
        <p:spPr>
          <a:xfrm>
            <a:off x="457200" y="1481329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de-DE" dirty="0" smtClean="0"/>
              <a:t>Textmasterformate durch Klicken bearbeiten</a:t>
            </a:r>
          </a:p>
          <a:p>
            <a:pPr lvl="1" eaLnBrk="1" latinLnBrk="0" hangingPunct="1"/>
            <a:r>
              <a:rPr kumimoji="0" lang="de-DE" dirty="0" smtClean="0"/>
              <a:t>Zweite Ebene</a:t>
            </a:r>
          </a:p>
          <a:p>
            <a:pPr lvl="2" eaLnBrk="1" latinLnBrk="0" hangingPunct="1"/>
            <a:r>
              <a:rPr kumimoji="0" lang="de-DE" dirty="0" smtClean="0"/>
              <a:t>Dritte Ebene</a:t>
            </a:r>
          </a:p>
          <a:p>
            <a:pPr lvl="3" eaLnBrk="1" latinLnBrk="0" hangingPunct="1"/>
            <a:r>
              <a:rPr kumimoji="0" lang="de-DE" dirty="0" smtClean="0"/>
              <a:t>Vierte Ebene</a:t>
            </a:r>
          </a:p>
          <a:p>
            <a:pPr lvl="4" eaLnBrk="1" latinLnBrk="0" hangingPunct="1"/>
            <a:r>
              <a:rPr kumimoji="0" lang="de-DE" dirty="0" smtClean="0"/>
              <a:t>Fünfte Ebene</a:t>
            </a:r>
            <a:endParaRPr kumimoji="0" lang="en-US" dirty="0"/>
          </a:p>
        </p:txBody>
      </p:sp>
      <p:sp>
        <p:nvSpPr>
          <p:cNvPr id="10" name="Datumsplatzhalt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3"/>
          </p:nvPr>
        </p:nvSpPr>
        <p:spPr>
          <a:xfrm>
            <a:off x="4380073" y="6407945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18" name="Foliennummernplatzhalter 17"/>
          <p:cNvSpPr>
            <a:spLocks noGrp="1"/>
          </p:cNvSpPr>
          <p:nvPr>
            <p:ph type="sldNum" sz="quarter" idx="4"/>
          </p:nvPr>
        </p:nvSpPr>
        <p:spPr>
          <a:xfrm>
            <a:off x="8647272" y="6407945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1" name="Grafik 10" descr="HSR Logo"/>
          <p:cNvPicPr>
            <a:picLocks noChangeAspect="1"/>
          </p:cNvPicPr>
          <p:nvPr/>
        </p:nvPicPr>
        <p:blipFill>
          <a:blip r:embed="rId14" cstate="print"/>
          <a:srcRect t="-277" r="74508"/>
          <a:stretch>
            <a:fillRect/>
          </a:stretch>
        </p:blipFill>
        <p:spPr>
          <a:xfrm>
            <a:off x="285720" y="6215082"/>
            <a:ext cx="428629" cy="446836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  <p:pic>
        <p:nvPicPr>
          <p:cNvPr id="16" name="Picture 2" descr="E:\hsr\se2p_svn.elmermx.ch\doc\media\logo.png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260648"/>
            <a:ext cx="1655045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" pitchFamily="2" charset="2"/>
        <a:buChar char="Ø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 12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2" name="Freihand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4" name="Rechtwinkliges Dreieck 13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5" name="Gerade Verbindung 14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0" name="Textplatzhalter 29"/>
          <p:cNvSpPr>
            <a:spLocks noGrp="1"/>
          </p:cNvSpPr>
          <p:nvPr>
            <p:ph type="body" idx="1"/>
          </p:nvPr>
        </p:nvSpPr>
        <p:spPr>
          <a:xfrm>
            <a:off x="457200" y="1481329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de-DE" dirty="0" smtClean="0"/>
              <a:t>Textmasterformate durch Klicken bearbeiten</a:t>
            </a:r>
          </a:p>
          <a:p>
            <a:pPr lvl="1" eaLnBrk="1" latinLnBrk="0" hangingPunct="1"/>
            <a:r>
              <a:rPr kumimoji="0" lang="de-DE" dirty="0" smtClean="0"/>
              <a:t>Zweite Ebene</a:t>
            </a:r>
          </a:p>
          <a:p>
            <a:pPr lvl="2" eaLnBrk="1" latinLnBrk="0" hangingPunct="1"/>
            <a:r>
              <a:rPr kumimoji="0" lang="de-DE" dirty="0" smtClean="0"/>
              <a:t>Dritte Ebene</a:t>
            </a:r>
          </a:p>
          <a:p>
            <a:pPr lvl="3" eaLnBrk="1" latinLnBrk="0" hangingPunct="1"/>
            <a:r>
              <a:rPr kumimoji="0" lang="de-DE" dirty="0" smtClean="0"/>
              <a:t>Vierte Ebene</a:t>
            </a:r>
          </a:p>
          <a:p>
            <a:pPr lvl="4" eaLnBrk="1" latinLnBrk="0" hangingPunct="1"/>
            <a:r>
              <a:rPr kumimoji="0" lang="de-DE" dirty="0" smtClean="0"/>
              <a:t>Fünfte Ebene</a:t>
            </a:r>
            <a:endParaRPr kumimoji="0" lang="en-US" dirty="0"/>
          </a:p>
        </p:txBody>
      </p:sp>
      <p:sp>
        <p:nvSpPr>
          <p:cNvPr id="10" name="Datumsplatzhalt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3"/>
          </p:nvPr>
        </p:nvSpPr>
        <p:spPr>
          <a:xfrm>
            <a:off x="4380073" y="6407945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18" name="Foliennummernplatzhalter 17"/>
          <p:cNvSpPr>
            <a:spLocks noGrp="1"/>
          </p:cNvSpPr>
          <p:nvPr>
            <p:ph type="sldNum" sz="quarter" idx="4"/>
          </p:nvPr>
        </p:nvSpPr>
        <p:spPr>
          <a:xfrm>
            <a:off x="8647272" y="6407945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1" name="Grafik 10" descr="HSR Logo"/>
          <p:cNvPicPr>
            <a:picLocks noChangeAspect="1"/>
          </p:cNvPicPr>
          <p:nvPr/>
        </p:nvPicPr>
        <p:blipFill>
          <a:blip r:embed="rId14" cstate="print"/>
          <a:srcRect t="-277" r="74508"/>
          <a:stretch>
            <a:fillRect/>
          </a:stretch>
        </p:blipFill>
        <p:spPr>
          <a:xfrm>
            <a:off x="285720" y="6215082"/>
            <a:ext cx="428629" cy="446836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/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" pitchFamily="2" charset="2"/>
        <a:buChar char="Ø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 12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2" name="Freihand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4" name="Rechtwinkliges Dreieck 13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5" name="Gerade Verbindung 14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0" name="Textplatzhalter 29"/>
          <p:cNvSpPr>
            <a:spLocks noGrp="1"/>
          </p:cNvSpPr>
          <p:nvPr>
            <p:ph type="body" idx="1"/>
          </p:nvPr>
        </p:nvSpPr>
        <p:spPr>
          <a:xfrm>
            <a:off x="457200" y="1481329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de-DE" dirty="0" smtClean="0"/>
              <a:t>Textmasterformate durch Klicken bearbeiten</a:t>
            </a:r>
          </a:p>
          <a:p>
            <a:pPr lvl="1" eaLnBrk="1" latinLnBrk="0" hangingPunct="1"/>
            <a:r>
              <a:rPr kumimoji="0" lang="de-DE" dirty="0" smtClean="0"/>
              <a:t>Zweite Ebene</a:t>
            </a:r>
          </a:p>
          <a:p>
            <a:pPr lvl="2" eaLnBrk="1" latinLnBrk="0" hangingPunct="1"/>
            <a:r>
              <a:rPr kumimoji="0" lang="de-DE" dirty="0" smtClean="0"/>
              <a:t>Dritte Ebene</a:t>
            </a:r>
          </a:p>
          <a:p>
            <a:pPr lvl="3" eaLnBrk="1" latinLnBrk="0" hangingPunct="1"/>
            <a:r>
              <a:rPr kumimoji="0" lang="de-DE" dirty="0" smtClean="0"/>
              <a:t>Vierte Ebene</a:t>
            </a:r>
          </a:p>
          <a:p>
            <a:pPr lvl="4" eaLnBrk="1" latinLnBrk="0" hangingPunct="1"/>
            <a:r>
              <a:rPr kumimoji="0" lang="de-DE" dirty="0" smtClean="0"/>
              <a:t>Fünfte Ebene</a:t>
            </a:r>
            <a:endParaRPr kumimoji="0" lang="en-US" dirty="0"/>
          </a:p>
        </p:txBody>
      </p:sp>
      <p:sp>
        <p:nvSpPr>
          <p:cNvPr id="10" name="Datumsplatzhalt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3"/>
          </p:nvPr>
        </p:nvSpPr>
        <p:spPr>
          <a:xfrm>
            <a:off x="4380073" y="6407945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18" name="Foliennummernplatzhalter 17"/>
          <p:cNvSpPr>
            <a:spLocks noGrp="1"/>
          </p:cNvSpPr>
          <p:nvPr>
            <p:ph type="sldNum" sz="quarter" idx="4"/>
          </p:nvPr>
        </p:nvSpPr>
        <p:spPr>
          <a:xfrm>
            <a:off x="8647272" y="6407945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1" name="Grafik 10" descr="HSR Logo"/>
          <p:cNvPicPr>
            <a:picLocks noChangeAspect="1"/>
          </p:cNvPicPr>
          <p:nvPr/>
        </p:nvPicPr>
        <p:blipFill>
          <a:blip r:embed="rId14" cstate="print"/>
          <a:srcRect t="-277" r="74508"/>
          <a:stretch>
            <a:fillRect/>
          </a:stretch>
        </p:blipFill>
        <p:spPr>
          <a:xfrm>
            <a:off x="285720" y="6215082"/>
            <a:ext cx="428629" cy="446836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ransition/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" pitchFamily="2" charset="2"/>
        <a:buChar char="Ø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 12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2" name="Freihand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4" name="Rechtwinkliges Dreieck 13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5" name="Gerade Verbindung 14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0" name="Textplatzhalter 29"/>
          <p:cNvSpPr>
            <a:spLocks noGrp="1"/>
          </p:cNvSpPr>
          <p:nvPr>
            <p:ph type="body" idx="1"/>
          </p:nvPr>
        </p:nvSpPr>
        <p:spPr>
          <a:xfrm>
            <a:off x="457200" y="1481329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de-DE" dirty="0" smtClean="0"/>
              <a:t>Textmasterformate durch Klicken bearbeiten</a:t>
            </a:r>
          </a:p>
          <a:p>
            <a:pPr lvl="1" eaLnBrk="1" latinLnBrk="0" hangingPunct="1"/>
            <a:r>
              <a:rPr kumimoji="0" lang="de-DE" dirty="0" smtClean="0"/>
              <a:t>Zweite Ebene</a:t>
            </a:r>
          </a:p>
          <a:p>
            <a:pPr lvl="2" eaLnBrk="1" latinLnBrk="0" hangingPunct="1"/>
            <a:r>
              <a:rPr kumimoji="0" lang="de-DE" dirty="0" smtClean="0"/>
              <a:t>Dritte Ebene</a:t>
            </a:r>
          </a:p>
          <a:p>
            <a:pPr lvl="3" eaLnBrk="1" latinLnBrk="0" hangingPunct="1"/>
            <a:r>
              <a:rPr kumimoji="0" lang="de-DE" dirty="0" smtClean="0"/>
              <a:t>Vierte Ebene</a:t>
            </a:r>
          </a:p>
          <a:p>
            <a:pPr lvl="4" eaLnBrk="1" latinLnBrk="0" hangingPunct="1"/>
            <a:r>
              <a:rPr kumimoji="0" lang="de-DE" dirty="0" smtClean="0"/>
              <a:t>Fünfte Ebene</a:t>
            </a:r>
            <a:endParaRPr kumimoji="0" lang="en-US" dirty="0"/>
          </a:p>
        </p:txBody>
      </p:sp>
      <p:sp>
        <p:nvSpPr>
          <p:cNvPr id="10" name="Datumsplatzhalt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3"/>
          </p:nvPr>
        </p:nvSpPr>
        <p:spPr>
          <a:xfrm>
            <a:off x="4380073" y="6407945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18" name="Foliennummernplatzhalter 17"/>
          <p:cNvSpPr>
            <a:spLocks noGrp="1"/>
          </p:cNvSpPr>
          <p:nvPr>
            <p:ph type="sldNum" sz="quarter" idx="4"/>
          </p:nvPr>
        </p:nvSpPr>
        <p:spPr>
          <a:xfrm>
            <a:off x="8647272" y="6407945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1" name="Grafik 10" descr="HSR Logo"/>
          <p:cNvPicPr>
            <a:picLocks noChangeAspect="1"/>
          </p:cNvPicPr>
          <p:nvPr/>
        </p:nvPicPr>
        <p:blipFill>
          <a:blip r:embed="rId14" cstate="print"/>
          <a:srcRect t="-277" r="74508"/>
          <a:stretch>
            <a:fillRect/>
          </a:stretch>
        </p:blipFill>
        <p:spPr>
          <a:xfrm>
            <a:off x="285720" y="6215082"/>
            <a:ext cx="428629" cy="446836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ransition/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" pitchFamily="2" charset="2"/>
        <a:buChar char="Ø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 12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2" name="Freihand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4" name="Rechtwinkliges Dreieck 13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5" name="Gerade Verbindung 14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0" name="Textplatzhalter 29"/>
          <p:cNvSpPr>
            <a:spLocks noGrp="1"/>
          </p:cNvSpPr>
          <p:nvPr>
            <p:ph type="body" idx="1"/>
          </p:nvPr>
        </p:nvSpPr>
        <p:spPr>
          <a:xfrm>
            <a:off x="457200" y="1481329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de-DE" dirty="0" smtClean="0"/>
              <a:t>Textmasterformate durch Klicken bearbeiten</a:t>
            </a:r>
          </a:p>
          <a:p>
            <a:pPr lvl="1" eaLnBrk="1" latinLnBrk="0" hangingPunct="1"/>
            <a:r>
              <a:rPr kumimoji="0" lang="de-DE" dirty="0" smtClean="0"/>
              <a:t>Zweite Ebene</a:t>
            </a:r>
          </a:p>
          <a:p>
            <a:pPr lvl="2" eaLnBrk="1" latinLnBrk="0" hangingPunct="1"/>
            <a:r>
              <a:rPr kumimoji="0" lang="de-DE" dirty="0" smtClean="0"/>
              <a:t>Dritte Ebene</a:t>
            </a:r>
          </a:p>
          <a:p>
            <a:pPr lvl="3" eaLnBrk="1" latinLnBrk="0" hangingPunct="1"/>
            <a:r>
              <a:rPr kumimoji="0" lang="de-DE" dirty="0" smtClean="0"/>
              <a:t>Vierte Ebene</a:t>
            </a:r>
          </a:p>
          <a:p>
            <a:pPr lvl="4" eaLnBrk="1" latinLnBrk="0" hangingPunct="1"/>
            <a:r>
              <a:rPr kumimoji="0" lang="de-DE" dirty="0" smtClean="0"/>
              <a:t>Fünfte Ebene</a:t>
            </a:r>
            <a:endParaRPr kumimoji="0" lang="en-US" dirty="0"/>
          </a:p>
        </p:txBody>
      </p:sp>
      <p:sp>
        <p:nvSpPr>
          <p:cNvPr id="10" name="Datumsplatzhalt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3"/>
          </p:nvPr>
        </p:nvSpPr>
        <p:spPr>
          <a:xfrm>
            <a:off x="4380073" y="6407945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18" name="Foliennummernplatzhalter 17"/>
          <p:cNvSpPr>
            <a:spLocks noGrp="1"/>
          </p:cNvSpPr>
          <p:nvPr>
            <p:ph type="sldNum" sz="quarter" idx="4"/>
          </p:nvPr>
        </p:nvSpPr>
        <p:spPr>
          <a:xfrm>
            <a:off x="8647272" y="6407945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1" name="Grafik 10" descr="HSR Logo"/>
          <p:cNvPicPr>
            <a:picLocks noChangeAspect="1"/>
          </p:cNvPicPr>
          <p:nvPr/>
        </p:nvPicPr>
        <p:blipFill>
          <a:blip r:embed="rId14" cstate="print"/>
          <a:srcRect t="-277" r="74508"/>
          <a:stretch>
            <a:fillRect/>
          </a:stretch>
        </p:blipFill>
        <p:spPr>
          <a:xfrm>
            <a:off x="285720" y="7245424"/>
            <a:ext cx="428629" cy="446836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  <p:pic>
        <p:nvPicPr>
          <p:cNvPr id="16" name="Picture 2" descr="E:\hsr\se2p_svn.elmermx.ch\doc\media\logo.png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260648"/>
            <a:ext cx="1655045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ransition/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" pitchFamily="2" charset="2"/>
        <a:buChar char="Ø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 12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2" name="Freihand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4" name="Rechtwinkliges Dreieck 13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5" name="Gerade Verbindung 14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0" name="Textplatzhalter 29"/>
          <p:cNvSpPr>
            <a:spLocks noGrp="1"/>
          </p:cNvSpPr>
          <p:nvPr>
            <p:ph type="body" idx="1"/>
          </p:nvPr>
        </p:nvSpPr>
        <p:spPr>
          <a:xfrm>
            <a:off x="457200" y="1481329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de-DE" dirty="0" smtClean="0"/>
              <a:t>Textmasterformate durch Klicken bearbeiten</a:t>
            </a:r>
          </a:p>
          <a:p>
            <a:pPr lvl="1" eaLnBrk="1" latinLnBrk="0" hangingPunct="1"/>
            <a:r>
              <a:rPr kumimoji="0" lang="de-DE" dirty="0" smtClean="0"/>
              <a:t>Zweite Ebene</a:t>
            </a:r>
          </a:p>
          <a:p>
            <a:pPr lvl="2" eaLnBrk="1" latinLnBrk="0" hangingPunct="1"/>
            <a:r>
              <a:rPr kumimoji="0" lang="de-DE" dirty="0" smtClean="0"/>
              <a:t>Dritte Ebene</a:t>
            </a:r>
          </a:p>
          <a:p>
            <a:pPr lvl="3" eaLnBrk="1" latinLnBrk="0" hangingPunct="1"/>
            <a:r>
              <a:rPr kumimoji="0" lang="de-DE" dirty="0" smtClean="0"/>
              <a:t>Vierte Ebene</a:t>
            </a:r>
          </a:p>
          <a:p>
            <a:pPr lvl="4" eaLnBrk="1" latinLnBrk="0" hangingPunct="1"/>
            <a:r>
              <a:rPr kumimoji="0" lang="de-DE" dirty="0" smtClean="0"/>
              <a:t>Fünfte Ebene</a:t>
            </a:r>
            <a:endParaRPr kumimoji="0" lang="en-US" dirty="0"/>
          </a:p>
        </p:txBody>
      </p:sp>
      <p:sp>
        <p:nvSpPr>
          <p:cNvPr id="10" name="Datumsplatzhalt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3"/>
          </p:nvPr>
        </p:nvSpPr>
        <p:spPr>
          <a:xfrm>
            <a:off x="4380073" y="6407945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18" name="Foliennummernplatzhalter 17"/>
          <p:cNvSpPr>
            <a:spLocks noGrp="1"/>
          </p:cNvSpPr>
          <p:nvPr>
            <p:ph type="sldNum" sz="quarter" idx="4"/>
          </p:nvPr>
        </p:nvSpPr>
        <p:spPr>
          <a:xfrm>
            <a:off x="8647272" y="6407945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1" name="Grafik 10" descr="HSR Logo"/>
          <p:cNvPicPr>
            <a:picLocks noChangeAspect="1"/>
          </p:cNvPicPr>
          <p:nvPr/>
        </p:nvPicPr>
        <p:blipFill>
          <a:blip r:embed="rId14" cstate="print"/>
          <a:srcRect t="-277" r="74508"/>
          <a:stretch>
            <a:fillRect/>
          </a:stretch>
        </p:blipFill>
        <p:spPr>
          <a:xfrm>
            <a:off x="285720" y="6215082"/>
            <a:ext cx="428629" cy="446836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ransition/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" pitchFamily="2" charset="2"/>
        <a:buChar char="Ø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 12"/>
          <p:cNvSpPr>
            <a:spLocks/>
          </p:cNvSpPr>
          <p:nvPr/>
        </p:nvSpPr>
        <p:spPr bwMode="auto">
          <a:xfrm>
            <a:off x="499273" y="5944937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2" name="Freihand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 dirty="0"/>
          </a:p>
        </p:txBody>
      </p:sp>
      <p:sp>
        <p:nvSpPr>
          <p:cNvPr id="14" name="Rechtwinkliges Dreieck 13"/>
          <p:cNvSpPr>
            <a:spLocks/>
          </p:cNvSpPr>
          <p:nvPr/>
        </p:nvSpPr>
        <p:spPr bwMode="auto">
          <a:xfrm>
            <a:off x="-6043" y="5791254"/>
            <a:ext cx="3402315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cxnSp>
        <p:nvCxnSpPr>
          <p:cNvPr id="15" name="Gerade Verbindung 14"/>
          <p:cNvCxnSpPr/>
          <p:nvPr/>
        </p:nvCxnSpPr>
        <p:spPr>
          <a:xfrm>
            <a:off x="-9237" y="5787739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de-DE" smtClean="0"/>
              <a:t>Titelmasterformat durch Klicken bearbeiten</a:t>
            </a:r>
            <a:endParaRPr kumimoji="0" lang="en-US"/>
          </a:p>
        </p:txBody>
      </p:sp>
      <p:sp>
        <p:nvSpPr>
          <p:cNvPr id="30" name="Textplatzhalter 29"/>
          <p:cNvSpPr>
            <a:spLocks noGrp="1"/>
          </p:cNvSpPr>
          <p:nvPr>
            <p:ph type="body" idx="1"/>
          </p:nvPr>
        </p:nvSpPr>
        <p:spPr>
          <a:xfrm>
            <a:off x="457200" y="1481329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de-DE" dirty="0" smtClean="0"/>
              <a:t>Textmasterformate durch Klicken bearbeiten</a:t>
            </a:r>
          </a:p>
          <a:p>
            <a:pPr lvl="1" eaLnBrk="1" latinLnBrk="0" hangingPunct="1"/>
            <a:r>
              <a:rPr kumimoji="0" lang="de-DE" dirty="0" smtClean="0"/>
              <a:t>Zweite Ebene</a:t>
            </a:r>
          </a:p>
          <a:p>
            <a:pPr lvl="2" eaLnBrk="1" latinLnBrk="0" hangingPunct="1"/>
            <a:r>
              <a:rPr kumimoji="0" lang="de-DE" dirty="0" smtClean="0"/>
              <a:t>Dritte Ebene</a:t>
            </a:r>
          </a:p>
          <a:p>
            <a:pPr lvl="3" eaLnBrk="1" latinLnBrk="0" hangingPunct="1"/>
            <a:r>
              <a:rPr kumimoji="0" lang="de-DE" dirty="0" smtClean="0"/>
              <a:t>Vierte Ebene</a:t>
            </a:r>
          </a:p>
          <a:p>
            <a:pPr lvl="4" eaLnBrk="1" latinLnBrk="0" hangingPunct="1"/>
            <a:r>
              <a:rPr kumimoji="0" lang="de-DE" dirty="0" smtClean="0"/>
              <a:t>Fünfte Ebene</a:t>
            </a:r>
            <a:endParaRPr kumimoji="0" lang="en-US" dirty="0"/>
          </a:p>
        </p:txBody>
      </p:sp>
      <p:sp>
        <p:nvSpPr>
          <p:cNvPr id="10" name="Datumsplatzhalt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1BA50D42-C9CD-4801-B293-61D1F53EC57E}" type="datetimeFigureOut">
              <a:rPr lang="de-DE" smtClean="0"/>
              <a:t>12.04.2011</a:t>
            </a:fld>
            <a:endParaRPr lang="de-DE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3"/>
          </p:nvPr>
        </p:nvSpPr>
        <p:spPr>
          <a:xfrm>
            <a:off x="4380073" y="6407945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de-DE"/>
          </a:p>
        </p:txBody>
      </p:sp>
      <p:sp>
        <p:nvSpPr>
          <p:cNvPr id="18" name="Foliennummernplatzhalter 17"/>
          <p:cNvSpPr>
            <a:spLocks noGrp="1"/>
          </p:cNvSpPr>
          <p:nvPr>
            <p:ph type="sldNum" sz="quarter" idx="4"/>
          </p:nvPr>
        </p:nvSpPr>
        <p:spPr>
          <a:xfrm>
            <a:off x="8647272" y="6407945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C6AE60A-B69C-4790-82F7-3882EDF23186}" type="slidenum">
              <a:rPr lang="de-DE" smtClean="0"/>
              <a:t>‹Nr.›</a:t>
            </a:fld>
            <a:endParaRPr lang="de-DE"/>
          </a:p>
        </p:txBody>
      </p:sp>
      <p:pic>
        <p:nvPicPr>
          <p:cNvPr id="11" name="Grafik 10" descr="HSR Logo"/>
          <p:cNvPicPr>
            <a:picLocks noChangeAspect="1"/>
          </p:cNvPicPr>
          <p:nvPr/>
        </p:nvPicPr>
        <p:blipFill>
          <a:blip r:embed="rId14" cstate="print"/>
          <a:srcRect t="-277" r="74508"/>
          <a:stretch>
            <a:fillRect/>
          </a:stretch>
        </p:blipFill>
        <p:spPr>
          <a:xfrm>
            <a:off x="285720" y="7158628"/>
            <a:ext cx="428629" cy="446836"/>
          </a:xfrm>
          <a:prstGeom prst="rect">
            <a:avLst/>
          </a:prstGeom>
          <a:noFill/>
          <a:ln w="19050">
            <a:solidFill>
              <a:schemeClr val="bg1"/>
            </a:solidFill>
          </a:ln>
          <a:effectLst>
            <a:glow rad="63500">
              <a:srgbClr val="FFFFFF"/>
            </a:glow>
            <a:outerShdw sx="1000" sy="1000" algn="ctr" rotWithShape="0">
              <a:srgbClr val="000000"/>
            </a:outerShdw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" pitchFamily="2" charset="2"/>
        <a:buChar char="Ø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79270911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dirty="0" err="1" smtClean="0"/>
              <a:t>Blaa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27624472"/>
      </p:ext>
    </p:extLst>
  </p:cSld>
  <p:clrMapOvr>
    <a:masterClrMapping/>
  </p:clrMapOvr>
  <p:transition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hsr_elmer">
  <a:themeElements>
    <a:clrScheme name="Blaustich">
      <a:dk1>
        <a:srgbClr val="242424"/>
      </a:dk1>
      <a:lt1>
        <a:sysClr val="window" lastClr="FFFFFF"/>
      </a:lt1>
      <a:dk2>
        <a:srgbClr val="4D5EFD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Deimos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Deimo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espresso_hsr">
  <a:themeElements>
    <a:clrScheme name="Blaustich">
      <a:dk1>
        <a:srgbClr val="242424"/>
      </a:dk1>
      <a:lt1>
        <a:sysClr val="window" lastClr="FFFFFF"/>
      </a:lt1>
      <a:dk2>
        <a:srgbClr val="4D5EFD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Deimos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Deimo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nespresso_hsr">
  <a:themeElements>
    <a:clrScheme name="Blaustich">
      <a:dk1>
        <a:srgbClr val="242424"/>
      </a:dk1>
      <a:lt1>
        <a:sysClr val="window" lastClr="FFFFFF"/>
      </a:lt1>
      <a:dk2>
        <a:srgbClr val="4D5EFD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Deimos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Deimo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nespresso_hsr">
  <a:themeElements>
    <a:clrScheme name="Blaustich">
      <a:dk1>
        <a:srgbClr val="242424"/>
      </a:dk1>
      <a:lt1>
        <a:sysClr val="window" lastClr="FFFFFF"/>
      </a:lt1>
      <a:dk2>
        <a:srgbClr val="4D5EFD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Deimos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Deimo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elmer">
  <a:themeElements>
    <a:clrScheme name="Blaustich">
      <a:dk1>
        <a:srgbClr val="242424"/>
      </a:dk1>
      <a:lt1>
        <a:sysClr val="window" lastClr="FFFFFF"/>
      </a:lt1>
      <a:dk2>
        <a:srgbClr val="4D5EFD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Deimos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Deimo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1_hsr_elmer">
  <a:themeElements>
    <a:clrScheme name="Blaustich">
      <a:dk1>
        <a:srgbClr val="242424"/>
      </a:dk1>
      <a:lt1>
        <a:sysClr val="window" lastClr="FFFFFF"/>
      </a:lt1>
      <a:dk2>
        <a:srgbClr val="4D5EFD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Deimos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Deimo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_elmer">
  <a:themeElements>
    <a:clrScheme name="Blaustich">
      <a:dk1>
        <a:srgbClr val="242424"/>
      </a:dk1>
      <a:lt1>
        <a:sysClr val="window" lastClr="FFFFFF"/>
      </a:lt1>
      <a:dk2>
        <a:srgbClr val="4D5EFD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Deimos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Deimo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hsr_elmer</Template>
  <TotalTime>0</TotalTime>
  <Words>1</Words>
  <Application>Microsoft Office PowerPoint</Application>
  <PresentationFormat>Bildschirmpräsentation (4:3)</PresentationFormat>
  <Paragraphs>1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7</vt:i4>
      </vt:variant>
      <vt:variant>
        <vt:lpstr>Folientitel</vt:lpstr>
      </vt:variant>
      <vt:variant>
        <vt:i4>2</vt:i4>
      </vt:variant>
    </vt:vector>
  </HeadingPairs>
  <TitlesOfParts>
    <vt:vector size="9" baseType="lpstr">
      <vt:lpstr>hsr_elmer</vt:lpstr>
      <vt:lpstr>nespresso_hsr</vt:lpstr>
      <vt:lpstr>1_nespresso_hsr</vt:lpstr>
      <vt:lpstr>2_nespresso_hsr</vt:lpstr>
      <vt:lpstr>elmer</vt:lpstr>
      <vt:lpstr>1_hsr_elmer</vt:lpstr>
      <vt:lpstr>1_elmer</vt:lpstr>
      <vt:lpstr>PowerPoint-Präsentation</vt:lpstr>
      <vt:lpstr>Blaa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Lukas Elmer</dc:creator>
  <cp:lastModifiedBy>Lukas Elmer</cp:lastModifiedBy>
  <cp:revision>5</cp:revision>
  <dcterms:created xsi:type="dcterms:W3CDTF">2011-04-12T13:11:17Z</dcterms:created>
  <dcterms:modified xsi:type="dcterms:W3CDTF">2011-04-12T13:17:21Z</dcterms:modified>
</cp:coreProperties>
</file>